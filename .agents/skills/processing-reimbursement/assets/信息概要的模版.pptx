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32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6" hasCustomPrompt="1"/>
          </p:nvPr>
        </p:nvSpPr>
        <p:spPr>
          <a:xfrm>
            <a:off x="1524000" y="6651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>
              <a:lnSpc>
                <a:spcPct val="92000"/>
              </a:lnSpc>
              <a:defRPr sz="5400" b="0" i="0" u="none" strike="noStrike" spc="0">
                <a:solidFill>
                  <a:srgbClr val="C00000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ctr">
              <a:lnSpc>
                <a:spcPct val="92000"/>
              </a:lnSpc>
            </a:pPr>
            <a:r>
              <a:rPr lang="en-US" sz="5400" b="0" i="0" u="none" strike="noStrike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" hasCustomPrompt="1"/>
          </p:nvPr>
        </p:nvSpPr>
        <p:spPr>
          <a:xfrm>
            <a:off x="1524000" y="3215176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92000"/>
              </a:lnSpc>
              <a:defRPr sz="2400" b="0" i="0" u="none" strike="noStrike" spc="0">
                <a:solidFill>
                  <a:srgbClr val="C00000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ctr">
              <a:lnSpc>
                <a:spcPct val="92000"/>
              </a:lnSpc>
            </a:pPr>
            <a:r>
              <a:rPr lang="en-US" sz="2400" b="0" i="0" u="none" strike="noStrike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" hasCustomPrompt="1"/>
          </p:nvPr>
        </p:nvSpPr>
        <p:spPr>
          <a:xfrm>
            <a:off x="4724400" y="6268427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微软雅黑"/>
                <a:ea typeface="微软雅黑"/>
                <a:cs typeface="微软雅黑"/>
                <a:sym typeface="微软雅黑"/>
              </a:rPr>
              <a:t>2025/1/6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45070" y="369942"/>
            <a:ext cx="5033617" cy="108459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924950" y="558325"/>
            <a:ext cx="2067560" cy="2462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3B3838"/>
                </a:solidFill>
                <a:latin typeface="DengXian Light"/>
                <a:ea typeface="DengXian Light"/>
                <a:cs typeface="DengXian Light"/>
                <a:sym typeface="DengXian Light"/>
              </a:rPr>
              <a:t>www.xbotpark.com</a:t>
            </a:r>
            <a:endParaRPr lang="en-US" sz="1100"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" hasCustomPrompt="1"/>
          </p:nvPr>
        </p:nvSpPr>
        <p:spPr>
          <a:xfrm>
            <a:off x="922260" y="249111"/>
            <a:ext cx="10515600" cy="5554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92000"/>
              </a:lnSpc>
              <a:defRPr sz="4400" b="1" i="0" u="none" strike="noStrike" spc="0">
                <a:solidFill>
                  <a:srgbClr val="C00000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ctr">
              <a:lnSpc>
                <a:spcPct val="92000"/>
              </a:lnSpc>
            </a:pPr>
            <a:r>
              <a:rPr lang="en-US" sz="4400" b="1" i="0" u="none" strike="noStrike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XXX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340659" y="804546"/>
            <a:ext cx="11564470" cy="0"/>
          </a:xfrm>
          <a:prstGeom prst="line">
            <a:avLst/>
          </a:prstGeom>
          <a:noFill/>
          <a:ln w="12700" cap="flat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770"/>
          <a:stretch>
            <a:fillRect/>
          </a:stretch>
        </p:blipFill>
        <p:spPr>
          <a:xfrm>
            <a:off x="340659" y="326832"/>
            <a:ext cx="1036320" cy="46298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0698"/>
            <a:ext cx="9144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3542315" y="2529853"/>
            <a:ext cx="5381469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C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PingFang SC" panose="020B0400000000000000" charset="-122"/>
              </a:rPr>
              <a:t>THANK YOU！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602276" y="3405012"/>
            <a:ext cx="5381469" cy="5847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3B3838"/>
                </a:solidFill>
                <a:latin typeface="微软雅黑"/>
                <a:ea typeface="微软雅黑"/>
                <a:cs typeface="微软雅黑"/>
                <a:sym typeface="微软雅黑"/>
              </a:rPr>
              <a:t>谢谢！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868545" y="5682413"/>
            <a:ext cx="6573188" cy="2769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 spc="600">
                <a:solidFill>
                  <a:srgbClr val="3B3838"/>
                </a:solidFill>
                <a:latin typeface="微软雅黑"/>
                <a:ea typeface="微软雅黑"/>
                <a:cs typeface="微软雅黑"/>
                <a:sym typeface="微软雅黑"/>
              </a:rPr>
              <a:t>广州市黄埔区开达路101号自编1栋14层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868545" y="6130658"/>
            <a:ext cx="6573188" cy="2769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B3838"/>
                </a:solidFill>
                <a:latin typeface="微软雅黑"/>
                <a:ea typeface="微软雅黑"/>
                <a:cs typeface="微软雅黑"/>
                <a:sym typeface="微软雅黑"/>
              </a:rPr>
              <a:t>Tel:+86 0769-2289 3329  | Email :  info@xbotpark.com |  www.xbotpark.com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76662" y="300623"/>
            <a:ext cx="5638675" cy="121496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7"/>
          <p:cNvSpPr/>
          <p:nvPr/>
        </p:nvSpPr>
        <p:spPr>
          <a:xfrm>
            <a:off x="3030413" y="1341755"/>
            <a:ext cx="9161587" cy="4352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200000"/>
              </a:lnSpc>
              <a:defRPr/>
            </a:pPr>
            <a:r>
              <a:rPr lang="zh-CN" altLang="en-US" sz="3200" b="1" i="0" strike="noStrike" dirty="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项目名称</a:t>
            </a:r>
            <a:r>
              <a:rPr lang="en-US" sz="3200" b="1" i="0" strike="noStrike" dirty="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3200" b="1" i="0" u="sng" strike="noStrike" dirty="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儿童手工</a:t>
            </a:r>
            <a:endParaRPr lang="en-US" altLang="zh-CN" sz="3200" b="1" i="0" u="sng" strike="noStrike" dirty="0">
              <a:solidFill>
                <a:srgbClr val="C0000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>
              <a:lnSpc>
                <a:spcPct val="200000"/>
              </a:lnSpc>
              <a:defRPr/>
            </a:pPr>
            <a:r>
              <a:rPr lang="zh-CN" altLang="en-US" sz="3200" b="1" i="0" strike="noStrike" dirty="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报销总金额</a:t>
            </a:r>
            <a:r>
              <a:rPr lang="en-US" altLang="zh-CN" sz="3200" b="1" i="0" strike="noStrike" dirty="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altLang="zh-CN" sz="3200" b="1" u="sng" dirty="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XXX</a:t>
            </a:r>
            <a:endParaRPr lang="en-US" altLang="zh-CN" sz="3200" b="1" i="0" u="sng" strike="noStrike" dirty="0">
              <a:solidFill>
                <a:srgbClr val="C0000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indent="0" algn="l">
              <a:lnSpc>
                <a:spcPct val="200000"/>
              </a:lnSpc>
              <a:defRPr/>
            </a:pPr>
            <a:r>
              <a:rPr lang="zh-CN" altLang="en-US" sz="3200" b="1" i="0" strike="noStrike" dirty="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报销人</a:t>
            </a:r>
            <a:r>
              <a:rPr lang="en-US" altLang="zh-CN" sz="3200" b="1" i="0" strike="noStrike" dirty="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3200" b="1" i="0" u="sng" strike="noStrike" dirty="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王熠然</a:t>
            </a:r>
            <a:endParaRPr lang="en-US" altLang="zh-CN" sz="3200" b="1" i="0" strike="noStrike" dirty="0">
              <a:solidFill>
                <a:srgbClr val="C0000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indent="0" algn="l">
              <a:lnSpc>
                <a:spcPct val="200000"/>
              </a:lnSpc>
              <a:defRPr/>
            </a:pPr>
            <a:r>
              <a:rPr lang="zh-CN" altLang="en-US" sz="3200" b="1" i="0" strike="noStrike" dirty="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报销人电话</a:t>
            </a:r>
            <a:r>
              <a:rPr lang="en-US" altLang="zh-CN" sz="3200" b="1" i="0" strike="noStrike" dirty="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altLang="zh-CN" sz="3200" b="1" i="0" u="sng" strike="noStrike" dirty="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18681638192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30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DengXian Light</vt:lpstr>
      <vt:lpstr>PingFang SC</vt:lpstr>
      <vt:lpstr>微软雅黑</vt:lpstr>
      <vt:lpstr>Arial</vt:lpstr>
      <vt:lpstr>Office 主题​​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Yvain.W</dc:creator>
  <cp:lastModifiedBy>熠然 王</cp:lastModifiedBy>
  <cp:revision>14</cp:revision>
  <dcterms:created xsi:type="dcterms:W3CDTF">2025-04-27T02:47:01Z</dcterms:created>
  <dcterms:modified xsi:type="dcterms:W3CDTF">2026-09-20T15:11:25Z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A0490F5D80AB52AF08980D687504B79D_42</vt:lpwstr>
  </property>
  <property fmtid="{D5CDD505-2E9C-101B-9397-08002B2CF9AE}" pid="3" name="KSOProductBuildVer">
    <vt:lpwstr>2052-7.3.1.8967</vt:lpwstr>
  </property>
</Properties>
</file>