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2"/>
  </p:sldMasterIdLst>
  <p:notesMasterIdLst>
    <p:notesMasterId r:id="rId4"/>
  </p:notesMasterIdLst>
  <p:sldIdLst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6" d="100"/>
          <a:sy n="96" d="100"/>
        </p:scale>
        <p:origin x="320" y="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3" name="AutoShape 3"/>
          <p:cNvSpPr>
            <a:spLocks noGrp="1"/>
          </p:cNvSpPr>
          <p:nvPr>
            <p:ph type="body" sz="quarter" idx="6" hasCustomPrompt="1"/>
          </p:nvPr>
        </p:nvSpPr>
        <p:spPr>
          <a:xfrm>
            <a:off x="1524000" y="665163"/>
            <a:ext cx="9144000" cy="2387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ctr">
              <a:lnSpc>
                <a:spcPct val="92000"/>
              </a:lnSpc>
              <a:defRPr sz="5400" b="0" i="0" u="none" strike="noStrike" spc="0">
                <a:solidFill>
                  <a:srgbClr val="C00000">
                    <a:alpha val="100000"/>
                  </a:srgbClr>
                </a:solidFill>
                <a:latin typeface="微软雅黑"/>
              </a:defRPr>
            </a:lvl1pPr>
          </a:lstStyle>
          <a:p>
            <a:pPr indent="0" algn="ctr">
              <a:lnSpc>
                <a:spcPct val="92000"/>
              </a:lnSpc>
            </a:pPr>
            <a:r>
              <a:rPr lang="en-US" sz="5400" b="0" i="0" u="none" strike="noStrike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7" hasCustomPrompt="1"/>
          </p:nvPr>
        </p:nvSpPr>
        <p:spPr>
          <a:xfrm>
            <a:off x="1524000" y="3215176"/>
            <a:ext cx="9144000" cy="1655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ctr">
              <a:lnSpc>
                <a:spcPct val="92000"/>
              </a:lnSpc>
              <a:defRPr sz="2400" b="0" i="0" u="none" strike="noStrike" spc="0">
                <a:solidFill>
                  <a:srgbClr val="C00000">
                    <a:alpha val="100000"/>
                  </a:srgbClr>
                </a:solidFill>
                <a:latin typeface="微软雅黑"/>
              </a:defRPr>
            </a:lvl1pPr>
          </a:lstStyle>
          <a:p>
            <a:pPr indent="0" algn="ctr">
              <a:lnSpc>
                <a:spcPct val="92000"/>
              </a:lnSpc>
            </a:pPr>
            <a:r>
              <a:rPr lang="en-US" sz="2400" b="0" i="0" u="none" strike="noStrike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单击此处编辑母版副标题样式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8" hasCustomPrompt="1"/>
          </p:nvPr>
        </p:nvSpPr>
        <p:spPr>
          <a:xfrm>
            <a:off x="4724400" y="6268427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微软雅黑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微软雅黑"/>
                <a:ea typeface="微软雅黑"/>
                <a:cs typeface="微软雅黑"/>
                <a:sym typeface="微软雅黑"/>
              </a:rPr>
              <a:t>2025/1/6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345070" y="369942"/>
            <a:ext cx="5033617" cy="1084592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924950" y="558325"/>
            <a:ext cx="2067560" cy="2462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indent="0" algn="r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3B3838"/>
                </a:solidFill>
                <a:latin typeface="DengXian Light"/>
                <a:ea typeface="DengXian Light"/>
                <a:cs typeface="DengXian Light"/>
                <a:sym typeface="DengXian Light"/>
              </a:rPr>
              <a:t>www.xbotpark.com</a:t>
            </a:r>
            <a:endParaRPr lang="en-US" sz="1100"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9" hasCustomPrompt="1"/>
          </p:nvPr>
        </p:nvSpPr>
        <p:spPr>
          <a:xfrm>
            <a:off x="922260" y="249111"/>
            <a:ext cx="10515600" cy="55543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>
              <a:lnSpc>
                <a:spcPct val="92000"/>
              </a:lnSpc>
              <a:defRPr sz="4400" b="1" i="0" u="none" strike="noStrike" spc="0">
                <a:solidFill>
                  <a:srgbClr val="C00000">
                    <a:alpha val="100000"/>
                  </a:srgbClr>
                </a:solidFill>
                <a:latin typeface="微软雅黑"/>
              </a:defRPr>
            </a:lvl1pPr>
          </a:lstStyle>
          <a:p>
            <a:pPr indent="0" algn="ctr">
              <a:lnSpc>
                <a:spcPct val="92000"/>
              </a:lnSpc>
            </a:pPr>
            <a:r>
              <a:rPr lang="en-US" sz="4400" b="1" i="0" u="none" strike="noStrike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XXX</a:t>
            </a:r>
          </a:p>
        </p:txBody>
      </p:sp>
      <p:cxnSp>
        <p:nvCxnSpPr>
          <p:cNvPr id="4" name="Connector 4"/>
          <p:cNvCxnSpPr/>
          <p:nvPr/>
        </p:nvCxnSpPr>
        <p:spPr>
          <a:xfrm>
            <a:off x="340659" y="804546"/>
            <a:ext cx="1156447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51770"/>
          <a:stretch>
            <a:fillRect/>
          </a:stretch>
        </p:blipFill>
        <p:spPr>
          <a:xfrm>
            <a:off x="340659" y="326832"/>
            <a:ext cx="1036320" cy="462986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10698"/>
            <a:ext cx="9144000" cy="6858000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3542315" y="2529853"/>
            <a:ext cx="5381469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indent="0" algn="ctr">
              <a:lnSpc>
                <a:spcPct val="100000"/>
              </a:lnSpc>
              <a:defRPr/>
            </a:pPr>
            <a:r>
              <a:rPr lang="en-US" sz="5400" b="1" i="0" u="none" strike="noStrike">
                <a:solidFill>
                  <a:srgbClr val="C0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  <a:sym typeface="PingFang SC" panose="020B0400000000000000" charset="-122"/>
              </a:rPr>
              <a:t>THANK YOU！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602276" y="3405012"/>
            <a:ext cx="5381469" cy="5847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indent="0" algn="ctr">
              <a:lnSpc>
                <a:spcPct val="100000"/>
              </a:lnSpc>
              <a:defRPr/>
            </a:pPr>
            <a:r>
              <a:rPr lang="en-US" sz="3200" b="0" i="0" u="none" strike="noStrike">
                <a:solidFill>
                  <a:srgbClr val="3B3838"/>
                </a:solidFill>
                <a:latin typeface="微软雅黑"/>
                <a:ea typeface="微软雅黑"/>
                <a:cs typeface="微软雅黑"/>
                <a:sym typeface="微软雅黑"/>
              </a:rPr>
              <a:t>谢谢！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2868545" y="5682413"/>
            <a:ext cx="6573188" cy="27699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 spc="600">
                <a:solidFill>
                  <a:srgbClr val="3B3838"/>
                </a:solidFill>
                <a:latin typeface="微软雅黑"/>
                <a:ea typeface="微软雅黑"/>
                <a:cs typeface="微软雅黑"/>
                <a:sym typeface="微软雅黑"/>
              </a:rPr>
              <a:t>广州市黄埔区开达路101号自编1栋14层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2868545" y="6130658"/>
            <a:ext cx="6573188" cy="27699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B3838"/>
                </a:solidFill>
                <a:latin typeface="微软雅黑"/>
                <a:ea typeface="微软雅黑"/>
                <a:cs typeface="微软雅黑"/>
                <a:sym typeface="微软雅黑"/>
              </a:rPr>
              <a:t>Tel:+86 0769-2289 3329  | Email :  info@xbotpark.com |  www.xbotpark.com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76662" y="300623"/>
            <a:ext cx="5638675" cy="1214964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7"/>
          <p:cNvSpPr/>
          <p:nvPr/>
        </p:nvSpPr>
        <p:spPr>
          <a:xfrm>
            <a:off x="3030413" y="1341755"/>
            <a:ext cx="9161587" cy="43529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indent="0" algn="l">
              <a:lnSpc>
                <a:spcPct val="200000"/>
              </a:lnSpc>
              <a:defRPr/>
            </a:pPr>
            <a:r>
              <a:rPr lang="zh-CN" altLang="en-US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项目名称</a:t>
            </a:r>
            <a:r>
              <a:rPr lang="en-US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r>
              <a:rPr lang="en-US" altLang="zh-CN" sz="3200" b="1" i="0" u="sng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XXX </a:t>
            </a:r>
          </a:p>
          <a:p>
            <a:pPr>
              <a:lnSpc>
                <a:spcPct val="200000"/>
              </a:lnSpc>
              <a:defRPr/>
            </a:pPr>
            <a:r>
              <a:rPr lang="zh-CN" altLang="en-US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报销总金额</a:t>
            </a:r>
            <a:r>
              <a:rPr lang="en-US" altLang="zh-CN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r>
              <a:rPr lang="en-US" altLang="zh-CN" sz="3200" b="1" u="sng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XXX</a:t>
            </a:r>
            <a:endParaRPr lang="en-US" altLang="zh-CN" sz="3200" b="1" i="0" u="sng" strike="noStrike" dirty="0">
              <a:solidFill>
                <a:srgbClr val="C00000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 indent="0" algn="l">
              <a:lnSpc>
                <a:spcPct val="200000"/>
              </a:lnSpc>
              <a:defRPr/>
            </a:pPr>
            <a:r>
              <a:rPr lang="zh-CN" altLang="en-US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报销人</a:t>
            </a:r>
            <a:r>
              <a:rPr lang="en-US" altLang="zh-CN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r>
              <a:rPr lang="en-US" altLang="zh-CN" sz="3200" b="1" i="0" u="sng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XXX</a:t>
            </a:r>
            <a:endParaRPr lang="en-US" altLang="zh-CN" sz="3200" b="1" i="0" strike="noStrike" dirty="0">
              <a:solidFill>
                <a:srgbClr val="C00000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 indent="0" algn="l">
              <a:lnSpc>
                <a:spcPct val="200000"/>
              </a:lnSpc>
              <a:defRPr/>
            </a:pPr>
            <a:r>
              <a:rPr lang="zh-CN" altLang="en-US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报销人电话</a:t>
            </a:r>
            <a:r>
              <a:rPr lang="en-US" altLang="zh-CN" sz="3200" b="1" i="0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r>
              <a:rPr lang="en-US" altLang="zh-CN" sz="3200" b="1" i="0" u="sng" strike="noStrike" dirty="0">
                <a:solidFill>
                  <a:srgbClr val="C00000"/>
                </a:solidFill>
                <a:latin typeface="微软雅黑"/>
                <a:ea typeface="微软雅黑"/>
                <a:cs typeface="微软雅黑"/>
                <a:sym typeface="微软雅黑"/>
              </a:rPr>
              <a:t>XXX</a:t>
            </a: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25</Words>
  <Application>Microsoft Office PowerPoint</Application>
  <PresentationFormat>宽屏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DengXian Light</vt:lpstr>
      <vt:lpstr>PingFang SC</vt:lpstr>
      <vt:lpstr>微软雅黑</vt:lpstr>
      <vt:lpstr>Arial</vt:lpstr>
      <vt:lpstr>Office 主题​​</vt:lpstr>
      <vt:lpstr>Office 主题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Yvain.W</dc:creator>
  <cp:lastModifiedBy>熠然 王</cp:lastModifiedBy>
  <cp:revision>15</cp:revision>
  <dcterms:created xsi:type="dcterms:W3CDTF">2025-04-27T02:47:01Z</dcterms:created>
  <dcterms:modified xsi:type="dcterms:W3CDTF">2026-09-23T14:51:54Z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A0490F5D80AB52AF08980D687504B79D_42</vt:lpwstr>
  </property>
  <property fmtid="{D5CDD505-2E9C-101B-9397-08002B2CF9AE}" pid="3" name="KSOProductBuildVer">
    <vt:lpwstr>2052-7.3.1.8967</vt:lpwstr>
  </property>
</Properties>
</file>